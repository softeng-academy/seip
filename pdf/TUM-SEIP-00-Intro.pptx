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8" r:id="rId2"/>
    <p:sldId id="256" r:id="rId3"/>
    <p:sldId id="257" r:id="rId4"/>
    <p:sldId id="261" r:id="rId5"/>
    <p:sldId id="262" r:id="rId6"/>
    <p:sldId id="259" r:id="rId7"/>
    <p:sldId id="260" r:id="rId8"/>
    <p:sldId id="263" r:id="rId9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23"/>
    <p:restoredTop sz="94658"/>
  </p:normalViewPr>
  <p:slideViewPr>
    <p:cSldViewPr snapToGrid="0">
      <p:cViewPr varScale="1">
        <p:scale>
          <a:sx n="98" d="100"/>
          <a:sy n="98" d="100"/>
        </p:scale>
        <p:origin x="21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1A5E3-64A2-4043-B5B0-2D1A309EDD82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7D1703-F0FA-C14E-A121-5687CB75329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7048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7D1703-F0FA-C14E-A121-5687CB75329C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857474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7D1703-F0FA-C14E-A121-5687CB75329C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2128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A776-7D09-8935-468B-61E4F52B10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064B14-4171-BDDA-08BB-A55727796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E2F68-6719-A654-D96F-8AA2468ED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F1E93-0FDF-FDFB-7D80-4DE22A570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BF73DE-32B3-0039-6BD0-E40AA848B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00039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712D6-1810-CB35-654B-C9D14E5A5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ACED5-80BC-17CB-3FA6-CA33D9048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F9C2C-5CBA-EC9F-79E2-34E10B5AF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03F781-40C0-A72D-2C39-C97596A66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FD262-5C01-99CF-5F7C-9DF85830F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9063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74CCF-1B2F-AEA4-7258-915BA5D62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454197-A696-ADE4-C170-7FE47555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592D1-385F-FBA6-410B-A581B89E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7B0EC6-28E1-9D9F-C0A9-ED6946878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332BF-CF45-C38C-9E34-D2EFD8F06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01188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5AA49-A93C-B20E-206F-C1DF79117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2F841-1872-2181-44F6-510C419D29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BF2BD0-C755-73CA-1C8A-002941D08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E3F3E1-B23D-1CA4-060A-56143CFD1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7C56A-0303-23DC-ED6D-4AA236050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983D41-F0B4-2EB7-6195-3E4C63395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902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7E2D0-1CF4-E654-A4F2-346586371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AA6BFB-AC41-7FFB-8811-8C19DCE91E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BC892F-69D9-8C0B-8795-895F96673D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7616D-843F-F6CB-25E0-B487540A0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DD1209-A197-31E1-D151-7264A270C6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6CB9F7-B4C2-8B7D-C08B-CBF60BD6E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067F-70D3-847B-DC26-8E1FA6A7E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19D701-3B96-770E-0D12-E2C428DC0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82822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8EDF7-ED01-EDB9-7C3E-BF56659A5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545754-7C0F-62CD-057C-34E59FAF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AC34D1-295C-E49E-3E47-A1246426D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426825-6EAF-3AF1-7676-1CDCC9A25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3392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BCAF75-7029-CC8F-0F74-98D42BC12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E4B9B7-12C4-2CD0-C91E-4D4CD8FC0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32023-F8E4-C334-1734-7D485A4EA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09260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4283F-73FE-F8E6-BF63-0447DD22C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14645-7330-E052-F580-25ACEF5C8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C86429-B84D-25B7-96F6-5F8C23F05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CD7717-96BC-56EA-E762-6D07D0CFA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33EB7-74DF-E3AA-C492-03359567E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65B976-5B8F-F542-9B01-8430D9FD5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51735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5AAD7-E87A-E2EB-ABEF-C38548442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472FCF-20C9-56AA-53CC-DC34568549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9FF96-D6FD-6021-B2E3-71AC24FFE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7870AD-7015-B992-8685-DE8A8D69A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DA6F2-140C-7AB3-F4C7-7D0CCC626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4A3AB8-B8F1-6F73-9F02-496F19E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55267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0A02E-A94F-893B-A9DC-D3C9C7799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D41DC1-0DED-53EB-4040-79BCE25824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6A6C2-E25C-360E-6424-87B5EF8B4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38EFE-DDE9-DAB1-1F2A-EB29E6FB5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C3806-BD47-64C9-96C9-F7791516A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4775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9934B9-5F21-47AA-E133-DF24DB672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C4DA0B-3BAA-3D35-370B-4A7FFBD59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48C6B-5699-0452-D5A4-6D2892F4C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9948D-23F1-48A4-7676-53F635A41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E28BF-C822-A609-549F-3313F9D76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5052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B5B8FF-6233-0DB4-A429-8554B28A4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327549-9F3E-7E25-09C1-73AAD2F98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FC090-F316-45F4-A1C1-E5CC12AC2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55EA5-AE24-7B4B-8073-3048EDE3C94D}" type="datetimeFigureOut">
              <a:rPr lang="en-DE" smtClean="0"/>
              <a:t>21.10.26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8929E-353D-F692-FAC0-6BACBCA6E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5AA1C-16B1-32EF-6AC1-970BB247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D9A2E-22E5-254A-8724-962876D211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8221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AA42383-8AA9-779F-D5F1-62571DED7016}"/>
              </a:ext>
            </a:extLst>
          </p:cNvPr>
          <p:cNvSpPr txBox="1"/>
          <p:nvPr/>
        </p:nvSpPr>
        <p:spPr>
          <a:xfrm>
            <a:off x="740212" y="2736504"/>
            <a:ext cx="514307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200" dirty="0">
                <a:solidFill>
                  <a:schemeClr val="bg1"/>
                </a:solidFill>
              </a:rPr>
              <a:t>https://seip.direct/#</a:t>
            </a:r>
            <a:br>
              <a:rPr lang="en-DE" sz="4200" dirty="0">
                <a:solidFill>
                  <a:schemeClr val="bg1"/>
                </a:solidFill>
              </a:rPr>
            </a:br>
            <a:r>
              <a:rPr lang="en-DE" sz="4200" dirty="0">
                <a:solidFill>
                  <a:schemeClr val="bg1"/>
                </a:solidFill>
              </a:rPr>
              <a:t>engelschall-SGX4-2FK4</a:t>
            </a:r>
          </a:p>
        </p:txBody>
      </p:sp>
      <p:sp>
        <p:nvSpPr>
          <p:cNvPr id="7" name="Striped Right Arrow 6">
            <a:extLst>
              <a:ext uri="{FF2B5EF4-FFF2-40B4-BE49-F238E27FC236}">
                <a16:creationId xmlns:a16="http://schemas.microsoft.com/office/drawing/2014/main" id="{D5961D58-FAC8-B0B4-887A-169714C9D2AD}"/>
              </a:ext>
            </a:extLst>
          </p:cNvPr>
          <p:cNvSpPr/>
          <p:nvPr/>
        </p:nvSpPr>
        <p:spPr>
          <a:xfrm>
            <a:off x="6052119" y="3082750"/>
            <a:ext cx="561860" cy="692498"/>
          </a:xfrm>
          <a:prstGeom prst="striped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9AD957-E0F0-4AE6-34C6-7544C40715CB}"/>
              </a:ext>
            </a:extLst>
          </p:cNvPr>
          <p:cNvSpPr txBox="1"/>
          <p:nvPr/>
        </p:nvSpPr>
        <p:spPr>
          <a:xfrm>
            <a:off x="737510" y="1899461"/>
            <a:ext cx="56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200" i="1" spc="-15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Your access to the course: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9511F9-C8ED-B4AB-C5F0-AE7BE23F65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044452" y="362487"/>
            <a:ext cx="4118231" cy="9879015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720AEA7-6435-3517-02D8-CCD78686A78A}"/>
              </a:ext>
            </a:extLst>
          </p:cNvPr>
          <p:cNvSpPr/>
          <p:nvPr/>
        </p:nvSpPr>
        <p:spPr>
          <a:xfrm>
            <a:off x="737510" y="2638125"/>
            <a:ext cx="5145777" cy="1581751"/>
          </a:xfrm>
          <a:prstGeom prst="roundRect">
            <a:avLst>
              <a:gd name="adj" fmla="val 11384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99173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1D0D7B6-023F-2CFF-1F36-A129B8A406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3236" y="648833"/>
            <a:ext cx="11016791" cy="2642761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8A87E00-5A6B-8B80-1EC5-C9B69E330D51}"/>
              </a:ext>
            </a:extLst>
          </p:cNvPr>
          <p:cNvSpPr/>
          <p:nvPr/>
        </p:nvSpPr>
        <p:spPr>
          <a:xfrm>
            <a:off x="1236617" y="3024052"/>
            <a:ext cx="9357360" cy="1730828"/>
          </a:xfrm>
          <a:prstGeom prst="roundRect">
            <a:avLst>
              <a:gd name="adj" fmla="val 11384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4632A-FB0F-91BD-628D-A3CB7017B3CE}"/>
              </a:ext>
            </a:extLst>
          </p:cNvPr>
          <p:cNvSpPr/>
          <p:nvPr/>
        </p:nvSpPr>
        <p:spPr>
          <a:xfrm>
            <a:off x="2965269" y="2076994"/>
            <a:ext cx="522514" cy="261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20439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F29807F-639F-9F28-C5FD-C7396F0DEE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87604" y="-2839301"/>
            <a:ext cx="11016791" cy="26427615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7287D1B-65FD-6935-40CE-70E23DE170B1}"/>
              </a:ext>
            </a:extLst>
          </p:cNvPr>
          <p:cNvSpPr/>
          <p:nvPr/>
        </p:nvSpPr>
        <p:spPr>
          <a:xfrm>
            <a:off x="1411269" y="1541433"/>
            <a:ext cx="9326400" cy="4093773"/>
          </a:xfrm>
          <a:prstGeom prst="roundRect">
            <a:avLst>
              <a:gd name="adj" fmla="val 5180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65697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F2688F-5308-EB12-4C09-3C3DF1B5E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2AF023D-DA93-1C26-E1C6-48E2FDEFE9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7191606" y="-6327087"/>
            <a:ext cx="16394891" cy="39328863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EB65A30-40C6-3C14-2350-7127F93AADF4}"/>
              </a:ext>
            </a:extLst>
          </p:cNvPr>
          <p:cNvSpPr/>
          <p:nvPr/>
        </p:nvSpPr>
        <p:spPr>
          <a:xfrm>
            <a:off x="3878532" y="187423"/>
            <a:ext cx="3971109" cy="6061166"/>
          </a:xfrm>
          <a:prstGeom prst="roundRect">
            <a:avLst>
              <a:gd name="adj" fmla="val 5180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93347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C76695-D3A7-0B58-1450-1E5B95A6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140F29-1E2F-F9CB-F763-C4576B8A2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87604" y="-4336706"/>
            <a:ext cx="11016791" cy="2642761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CCA43D4-DF9F-69BB-0615-A0E0C145E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8918" y="202407"/>
            <a:ext cx="5448997" cy="455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D28633C-A6AD-662B-0EC8-DDBF7195B8BE}"/>
              </a:ext>
            </a:extLst>
          </p:cNvPr>
          <p:cNvSpPr/>
          <p:nvPr/>
        </p:nvSpPr>
        <p:spPr>
          <a:xfrm>
            <a:off x="1166575" y="5563651"/>
            <a:ext cx="4859383" cy="1091942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66ECF1-57CD-1CE2-2858-94FCFC53EAB0}"/>
              </a:ext>
            </a:extLst>
          </p:cNvPr>
          <p:cNvCxnSpPr>
            <a:cxnSpLocks/>
          </p:cNvCxnSpPr>
          <p:nvPr/>
        </p:nvCxnSpPr>
        <p:spPr>
          <a:xfrm flipV="1">
            <a:off x="5433294" y="4761707"/>
            <a:ext cx="281706" cy="45873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25CA2C7-A70C-63FB-4098-BCE622AAF905}"/>
              </a:ext>
            </a:extLst>
          </p:cNvPr>
          <p:cNvSpPr txBox="1"/>
          <p:nvPr/>
        </p:nvSpPr>
        <p:spPr>
          <a:xfrm>
            <a:off x="1166575" y="5220445"/>
            <a:ext cx="4859383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DE" dirty="0">
                <a:solidFill>
                  <a:schemeClr val="bg1"/>
                </a:solidFill>
              </a:rPr>
              <a:t>https://multimediale-didaktik.de/</a:t>
            </a:r>
          </a:p>
        </p:txBody>
      </p:sp>
    </p:spTree>
    <p:extLst>
      <p:ext uri="{BB962C8B-B14F-4D97-AF65-F5344CB8AC3E}">
        <p14:creationId xmlns:p14="http://schemas.microsoft.com/office/powerpoint/2010/main" val="2938436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2143487-BF39-D9A8-50BB-E140083431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87604" y="-12505464"/>
            <a:ext cx="11016791" cy="2642761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4621FF2-6973-EBFF-0089-9C3307E6B954}"/>
              </a:ext>
            </a:extLst>
          </p:cNvPr>
          <p:cNvSpPr/>
          <p:nvPr/>
        </p:nvSpPr>
        <p:spPr>
          <a:xfrm>
            <a:off x="2560320" y="1828799"/>
            <a:ext cx="7053944" cy="4478004"/>
          </a:xfrm>
          <a:prstGeom prst="roundRect">
            <a:avLst>
              <a:gd name="adj" fmla="val 5835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748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E2575D-FFEA-FB44-DFDC-7016951BE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C98260-7C0B-BBC5-1A1C-1AF9ABC31B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87604" y="-18608359"/>
            <a:ext cx="11016791" cy="2642761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2B294D1-62F1-B160-F095-3922E7629737}"/>
              </a:ext>
            </a:extLst>
          </p:cNvPr>
          <p:cNvSpPr/>
          <p:nvPr/>
        </p:nvSpPr>
        <p:spPr>
          <a:xfrm>
            <a:off x="3396343" y="2584174"/>
            <a:ext cx="3984174" cy="3937883"/>
          </a:xfrm>
          <a:prstGeom prst="roundRect">
            <a:avLst>
              <a:gd name="adj" fmla="val 6751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A6CD0CC-987A-366A-3336-43365E0B5C4B}"/>
              </a:ext>
            </a:extLst>
          </p:cNvPr>
          <p:cNvSpPr/>
          <p:nvPr/>
        </p:nvSpPr>
        <p:spPr>
          <a:xfrm>
            <a:off x="9509760" y="2584174"/>
            <a:ext cx="2011681" cy="3934192"/>
          </a:xfrm>
          <a:prstGeom prst="roundRect">
            <a:avLst>
              <a:gd name="adj" fmla="val 6751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83C23E-2F7D-AF87-6BDD-71507AC11DCF}"/>
              </a:ext>
            </a:extLst>
          </p:cNvPr>
          <p:cNvSpPr/>
          <p:nvPr/>
        </p:nvSpPr>
        <p:spPr>
          <a:xfrm>
            <a:off x="1200839" y="3429000"/>
            <a:ext cx="2112550" cy="29277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E38AB8-0D8C-C15F-BBCD-694130AD031F}"/>
              </a:ext>
            </a:extLst>
          </p:cNvPr>
          <p:cNvSpPr/>
          <p:nvPr/>
        </p:nvSpPr>
        <p:spPr>
          <a:xfrm>
            <a:off x="8019651" y="3590634"/>
            <a:ext cx="749147" cy="23399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4327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C432CC-4E44-DD6C-5FA2-34C089306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30F93C8-3F85-0B1A-6923-FBCB98750B64}"/>
              </a:ext>
            </a:extLst>
          </p:cNvPr>
          <p:cNvSpPr txBox="1"/>
          <p:nvPr/>
        </p:nvSpPr>
        <p:spPr>
          <a:xfrm>
            <a:off x="740212" y="2736504"/>
            <a:ext cx="514307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200" dirty="0">
                <a:solidFill>
                  <a:schemeClr val="bg1"/>
                </a:solidFill>
              </a:rPr>
              <a:t>https://seip.direct/#</a:t>
            </a:r>
            <a:br>
              <a:rPr lang="en-DE" sz="4200" dirty="0">
                <a:solidFill>
                  <a:schemeClr val="bg1"/>
                </a:solidFill>
              </a:rPr>
            </a:br>
            <a:r>
              <a:rPr lang="en-DE" sz="4200" dirty="0">
                <a:solidFill>
                  <a:schemeClr val="bg1"/>
                </a:solidFill>
              </a:rPr>
              <a:t>engelschall-SGX4-2FK4</a:t>
            </a:r>
          </a:p>
        </p:txBody>
      </p:sp>
      <p:sp>
        <p:nvSpPr>
          <p:cNvPr id="7" name="Striped Right Arrow 6">
            <a:extLst>
              <a:ext uri="{FF2B5EF4-FFF2-40B4-BE49-F238E27FC236}">
                <a16:creationId xmlns:a16="http://schemas.microsoft.com/office/drawing/2014/main" id="{5C22A175-A33D-818F-AF7E-75E45B883DAB}"/>
              </a:ext>
            </a:extLst>
          </p:cNvPr>
          <p:cNvSpPr/>
          <p:nvPr/>
        </p:nvSpPr>
        <p:spPr>
          <a:xfrm>
            <a:off x="6052119" y="3082750"/>
            <a:ext cx="561860" cy="692498"/>
          </a:xfrm>
          <a:prstGeom prst="striped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6DE41E-8EA4-6C25-0889-FE05DF24611C}"/>
              </a:ext>
            </a:extLst>
          </p:cNvPr>
          <p:cNvSpPr txBox="1"/>
          <p:nvPr/>
        </p:nvSpPr>
        <p:spPr>
          <a:xfrm>
            <a:off x="737510" y="1899461"/>
            <a:ext cx="56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200" i="1" spc="-15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Your access to the course: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F68B16-00FD-C804-3592-5CD97DAA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044452" y="362487"/>
            <a:ext cx="4118231" cy="9879015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18E1C6D-9559-845D-3EE3-33A3D05E632B}"/>
              </a:ext>
            </a:extLst>
          </p:cNvPr>
          <p:cNvSpPr/>
          <p:nvPr/>
        </p:nvSpPr>
        <p:spPr>
          <a:xfrm>
            <a:off x="737510" y="2638125"/>
            <a:ext cx="5145777" cy="1581751"/>
          </a:xfrm>
          <a:prstGeom prst="roundRect">
            <a:avLst>
              <a:gd name="adj" fmla="val 11384"/>
            </a:avLst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30338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ecfacbe-31ad-493b-8038-696ca31d2afe}" enabled="1" method="Privileged" siteId="{763b2760-45c5-46d3-883e-29705bba49b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36</Words>
  <Application>Microsoft Macintosh PowerPoint</Application>
  <PresentationFormat>Widescreen</PresentationFormat>
  <Paragraphs>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Ralf S. Engelschall</dc:creator>
  <cp:lastModifiedBy>Ralf Engelschall</cp:lastModifiedBy>
  <cp:revision>13</cp:revision>
  <dcterms:created xsi:type="dcterms:W3CDTF">2022-10-26T17:51:54Z</dcterms:created>
  <dcterms:modified xsi:type="dcterms:W3CDTF">2026-10-21T20:13:56Z</dcterms:modified>
</cp:coreProperties>
</file>