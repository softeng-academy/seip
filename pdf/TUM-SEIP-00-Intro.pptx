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56" r:id="rId3"/>
    <p:sldId id="257" r:id="rId4"/>
    <p:sldId id="261" r:id="rId5"/>
    <p:sldId id="262" r:id="rId6"/>
    <p:sldId id="259" r:id="rId7"/>
    <p:sldId id="260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/>
    <p:restoredTop sz="94658"/>
  </p:normalViewPr>
  <p:slideViewPr>
    <p:cSldViewPr snapToGrid="0">
      <p:cViewPr varScale="1">
        <p:scale>
          <a:sx n="116" d="100"/>
          <a:sy n="116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1A5E3-64A2-4043-B5B0-2D1A309EDD82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D1703-F0FA-C14E-A121-5687CB7532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7048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D1703-F0FA-C14E-A121-5687CB75329C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5747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D1703-F0FA-C14E-A121-5687CB75329C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212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A776-7D09-8935-468B-61E4F52B1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64B14-4171-BDDA-08BB-A55727796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E2F68-6719-A654-D96F-8AA2468E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F1E93-0FDF-FDFB-7D80-4DE22A57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F73DE-32B3-0039-6BD0-E40AA848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0039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712D6-1810-CB35-654B-C9D14E5A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ACED5-80BC-17CB-3FA6-CA33D9048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F9C2C-5CBA-EC9F-79E2-34E10B5A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3F781-40C0-A72D-2C39-C97596A6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FD262-5C01-99CF-5F7C-9DF85830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063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4CCF-1B2F-AEA4-7258-915BA5D6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54197-A696-ADE4-C170-7FE47555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92D1-385F-FBA6-410B-A581B89E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0EC6-28E1-9D9F-C0A9-ED694687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332BF-CF45-C38C-9E34-D2EFD8F0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118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AA49-A93C-B20E-206F-C1DF7911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2F841-1872-2181-44F6-510C419D2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F2BD0-C755-73CA-1C8A-002941D08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3F3E1-B23D-1CA4-060A-56143CFD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7C56A-0303-23DC-ED6D-4AA23605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83D41-F0B4-2EB7-6195-3E4C6339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902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E2D0-1CF4-E654-A4F2-34658637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A6BFB-AC41-7FFB-8811-8C19DCE91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C892F-69D9-8C0B-8795-895F96673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7616D-843F-F6CB-25E0-B487540A0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D1209-A197-31E1-D151-7264A270C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CB9F7-B4C2-8B7D-C08B-CBF60BD6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067F-70D3-847B-DC26-8E1FA6A7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9D701-3B96-770E-0D12-E2C428DC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8282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EDF7-ED01-EDB9-7C3E-BF56659A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45754-7C0F-62CD-057C-34E59FAF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C34D1-295C-E49E-3E47-A1246426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6825-6EAF-3AF1-7676-1CDCC9A2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392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CAF75-7029-CC8F-0F74-98D42BC1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4B9B7-12C4-2CD0-C91E-4D4CD8FC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2023-F8E4-C334-1734-7D485A4E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926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283F-73FE-F8E6-BF63-0447DD22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14645-7330-E052-F580-25ACEF5C8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86429-B84D-25B7-96F6-5F8C23F05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D7717-96BC-56EA-E762-6D07D0CF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33EB7-74DF-E3AA-C492-03359567E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5B976-5B8F-F542-9B01-8430D9FD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5173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5AAD7-E87A-E2EB-ABEF-C3854844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72FCF-20C9-56AA-53CC-DC3456854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9FF96-D6FD-6021-B2E3-71AC24FFE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870AD-7015-B992-8685-DE8A8D69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DA6F2-140C-7AB3-F4C7-7D0CCC626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A3AB8-B8F1-6F73-9F02-496F19E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5526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A02E-A94F-893B-A9DC-D3C9C779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41DC1-0DED-53EB-4040-79BCE2582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6A6C2-E25C-360E-6424-87B5EF8B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38EFE-DDE9-DAB1-1F2A-EB29E6FB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C3806-BD47-64C9-96C9-F7791516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04775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934B9-5F21-47AA-E133-DF24DB672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4DA0B-3BAA-3D35-370B-4A7FFBD5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48C6B-5699-0452-D5A4-6D2892F4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9948D-23F1-48A4-7676-53F635A41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E28BF-C822-A609-549F-3313F9D7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505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B5B8FF-6233-0DB4-A429-8554B28A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27549-9F3E-7E25-09C1-73AAD2F98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FC090-F316-45F4-A1C1-E5CC12AC2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55EA5-AE24-7B4B-8073-3048EDE3C94D}" type="datetimeFigureOut">
              <a:rPr lang="en-DE" smtClean="0"/>
              <a:t>22.10.26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8929E-353D-F692-FAC0-6BACBCA6E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5AA1C-16B1-32EF-6AC1-970BB247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D9A2E-22E5-254A-8724-962876D2117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8221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A42383-8AA9-779F-D5F1-62571DED7016}"/>
              </a:ext>
            </a:extLst>
          </p:cNvPr>
          <p:cNvSpPr txBox="1"/>
          <p:nvPr/>
        </p:nvSpPr>
        <p:spPr>
          <a:xfrm>
            <a:off x="740212" y="2736504"/>
            <a:ext cx="514307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4200" dirty="0">
                <a:solidFill>
                  <a:schemeClr val="bg1"/>
                </a:solidFill>
              </a:rPr>
              <a:t>https://seip.direct/#</a:t>
            </a:r>
            <a:br>
              <a:rPr lang="en-DE" sz="4200" dirty="0">
                <a:solidFill>
                  <a:schemeClr val="bg1"/>
                </a:solidFill>
              </a:rPr>
            </a:br>
            <a:r>
              <a:rPr lang="en-DE" sz="4200" dirty="0">
                <a:solidFill>
                  <a:schemeClr val="bg1"/>
                </a:solidFill>
              </a:rPr>
              <a:t>engelschall-SGX4-2FK4</a:t>
            </a:r>
          </a:p>
        </p:txBody>
      </p:sp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D5961D58-FAC8-B0B4-887A-169714C9D2AD}"/>
              </a:ext>
            </a:extLst>
          </p:cNvPr>
          <p:cNvSpPr/>
          <p:nvPr/>
        </p:nvSpPr>
        <p:spPr>
          <a:xfrm>
            <a:off x="6052119" y="3082750"/>
            <a:ext cx="561860" cy="692498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AD957-E0F0-4AE6-34C6-7544C40715CB}"/>
              </a:ext>
            </a:extLst>
          </p:cNvPr>
          <p:cNvSpPr txBox="1"/>
          <p:nvPr/>
        </p:nvSpPr>
        <p:spPr>
          <a:xfrm>
            <a:off x="737510" y="1899461"/>
            <a:ext cx="5679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200" i="1" spc="-15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 access to the course: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511F9-C8ED-B4AB-C5F0-AE7BE23F6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44452" y="362487"/>
            <a:ext cx="4118231" cy="9879015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720AEA7-6435-3517-02D8-CCD78686A78A}"/>
              </a:ext>
            </a:extLst>
          </p:cNvPr>
          <p:cNvSpPr/>
          <p:nvPr/>
        </p:nvSpPr>
        <p:spPr>
          <a:xfrm>
            <a:off x="737510" y="2638125"/>
            <a:ext cx="5145777" cy="1581751"/>
          </a:xfrm>
          <a:prstGeom prst="roundRect">
            <a:avLst>
              <a:gd name="adj" fmla="val 11384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917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D0D7B6-023F-2CFF-1F36-A129B8A406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3236" y="648833"/>
            <a:ext cx="11016791" cy="2642761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8A87E00-5A6B-8B80-1EC5-C9B69E330D51}"/>
              </a:ext>
            </a:extLst>
          </p:cNvPr>
          <p:cNvSpPr/>
          <p:nvPr/>
        </p:nvSpPr>
        <p:spPr>
          <a:xfrm>
            <a:off x="1236617" y="3024052"/>
            <a:ext cx="9357360" cy="1730828"/>
          </a:xfrm>
          <a:prstGeom prst="roundRect">
            <a:avLst>
              <a:gd name="adj" fmla="val 11384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0439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29807F-639F-9F28-C5FD-C7396F0D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7604" y="-2839301"/>
            <a:ext cx="11016791" cy="2642761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287D1B-65FD-6935-40CE-70E23DE170B1}"/>
              </a:ext>
            </a:extLst>
          </p:cNvPr>
          <p:cNvSpPr/>
          <p:nvPr/>
        </p:nvSpPr>
        <p:spPr>
          <a:xfrm>
            <a:off x="1411269" y="1541433"/>
            <a:ext cx="9326400" cy="4093773"/>
          </a:xfrm>
          <a:prstGeom prst="roundRect">
            <a:avLst>
              <a:gd name="adj" fmla="val 5180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65697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2688F-5308-EB12-4C09-3C3DF1B5E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AF023D-DA93-1C26-E1C6-48E2FDEFE9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7191606" y="-6327087"/>
            <a:ext cx="16394891" cy="3932886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B65A30-40C6-3C14-2350-7127F93AADF4}"/>
              </a:ext>
            </a:extLst>
          </p:cNvPr>
          <p:cNvSpPr/>
          <p:nvPr/>
        </p:nvSpPr>
        <p:spPr>
          <a:xfrm>
            <a:off x="3878532" y="187423"/>
            <a:ext cx="3971109" cy="6061166"/>
          </a:xfrm>
          <a:prstGeom prst="roundRect">
            <a:avLst>
              <a:gd name="adj" fmla="val 5180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3347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76695-D3A7-0B58-1450-1E5B95A6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140F29-1E2F-F9CB-F763-C4576B8A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7604" y="-4336706"/>
            <a:ext cx="11016791" cy="2642761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CCA43D4-DF9F-69BB-0615-A0E0C145E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918" y="202407"/>
            <a:ext cx="5448997" cy="45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28633C-A6AD-662B-0EC8-DDBF7195B8BE}"/>
              </a:ext>
            </a:extLst>
          </p:cNvPr>
          <p:cNvSpPr/>
          <p:nvPr/>
        </p:nvSpPr>
        <p:spPr>
          <a:xfrm>
            <a:off x="1166575" y="5563651"/>
            <a:ext cx="4859383" cy="10919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66ECF1-57CD-1CE2-2858-94FCFC53EAB0}"/>
              </a:ext>
            </a:extLst>
          </p:cNvPr>
          <p:cNvCxnSpPr>
            <a:cxnSpLocks/>
          </p:cNvCxnSpPr>
          <p:nvPr/>
        </p:nvCxnSpPr>
        <p:spPr>
          <a:xfrm flipV="1">
            <a:off x="5433294" y="4761707"/>
            <a:ext cx="281706" cy="45873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5CA2C7-A70C-63FB-4098-BCE622AAF905}"/>
              </a:ext>
            </a:extLst>
          </p:cNvPr>
          <p:cNvSpPr txBox="1"/>
          <p:nvPr/>
        </p:nvSpPr>
        <p:spPr>
          <a:xfrm>
            <a:off x="1166575" y="5220445"/>
            <a:ext cx="4859383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https://multimediale-didaktik.de/</a:t>
            </a:r>
          </a:p>
        </p:txBody>
      </p:sp>
    </p:spTree>
    <p:extLst>
      <p:ext uri="{BB962C8B-B14F-4D97-AF65-F5344CB8AC3E}">
        <p14:creationId xmlns:p14="http://schemas.microsoft.com/office/powerpoint/2010/main" val="2938436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143487-BF39-D9A8-50BB-E1400834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7604" y="-12505464"/>
            <a:ext cx="11016791" cy="2642761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621FF2-6973-EBFF-0089-9C3307E6B954}"/>
              </a:ext>
            </a:extLst>
          </p:cNvPr>
          <p:cNvSpPr/>
          <p:nvPr/>
        </p:nvSpPr>
        <p:spPr>
          <a:xfrm>
            <a:off x="2560320" y="1828799"/>
            <a:ext cx="7053944" cy="4478004"/>
          </a:xfrm>
          <a:prstGeom prst="roundRect">
            <a:avLst>
              <a:gd name="adj" fmla="val 5835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4847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2575D-FFEA-FB44-DFDC-7016951BE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C98260-7C0B-BBC5-1A1C-1AF9ABC31B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7604" y="-18608359"/>
            <a:ext cx="11016791" cy="2642761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2B294D1-62F1-B160-F095-3922E7629737}"/>
              </a:ext>
            </a:extLst>
          </p:cNvPr>
          <p:cNvSpPr/>
          <p:nvPr/>
        </p:nvSpPr>
        <p:spPr>
          <a:xfrm>
            <a:off x="3396343" y="2584174"/>
            <a:ext cx="3984174" cy="3937883"/>
          </a:xfrm>
          <a:prstGeom prst="roundRect">
            <a:avLst>
              <a:gd name="adj" fmla="val 6751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A6CD0CC-987A-366A-3336-43365E0B5C4B}"/>
              </a:ext>
            </a:extLst>
          </p:cNvPr>
          <p:cNvSpPr/>
          <p:nvPr/>
        </p:nvSpPr>
        <p:spPr>
          <a:xfrm>
            <a:off x="9509760" y="2584174"/>
            <a:ext cx="2011681" cy="3934192"/>
          </a:xfrm>
          <a:prstGeom prst="roundRect">
            <a:avLst>
              <a:gd name="adj" fmla="val 6751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4327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432CC-4E44-DD6C-5FA2-34C08930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0F93C8-3F85-0B1A-6923-FBCB98750B64}"/>
              </a:ext>
            </a:extLst>
          </p:cNvPr>
          <p:cNvSpPr txBox="1"/>
          <p:nvPr/>
        </p:nvSpPr>
        <p:spPr>
          <a:xfrm>
            <a:off x="740212" y="2736504"/>
            <a:ext cx="514307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4200" dirty="0">
                <a:solidFill>
                  <a:schemeClr val="bg1"/>
                </a:solidFill>
              </a:rPr>
              <a:t>https://seip.direct/#</a:t>
            </a:r>
            <a:br>
              <a:rPr lang="en-DE" sz="4200" dirty="0">
                <a:solidFill>
                  <a:schemeClr val="bg1"/>
                </a:solidFill>
              </a:rPr>
            </a:br>
            <a:r>
              <a:rPr lang="en-DE" sz="4200" dirty="0">
                <a:solidFill>
                  <a:schemeClr val="bg1"/>
                </a:solidFill>
              </a:rPr>
              <a:t>engelschall-SGX4-2FK4</a:t>
            </a:r>
          </a:p>
        </p:txBody>
      </p:sp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5C22A175-A33D-818F-AF7E-75E45B883DAB}"/>
              </a:ext>
            </a:extLst>
          </p:cNvPr>
          <p:cNvSpPr/>
          <p:nvPr/>
        </p:nvSpPr>
        <p:spPr>
          <a:xfrm>
            <a:off x="6052119" y="3082750"/>
            <a:ext cx="561860" cy="692498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DE41E-8EA4-6C25-0889-FE05DF24611C}"/>
              </a:ext>
            </a:extLst>
          </p:cNvPr>
          <p:cNvSpPr txBox="1"/>
          <p:nvPr/>
        </p:nvSpPr>
        <p:spPr>
          <a:xfrm>
            <a:off x="737510" y="1899461"/>
            <a:ext cx="5679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200" i="1" spc="-15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 access to the course: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68B16-00FD-C804-3592-5CD97DAA4C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44452" y="362487"/>
            <a:ext cx="4118231" cy="9879015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8E1C6D-9559-845D-3EE3-33A3D05E632B}"/>
              </a:ext>
            </a:extLst>
          </p:cNvPr>
          <p:cNvSpPr/>
          <p:nvPr/>
        </p:nvSpPr>
        <p:spPr>
          <a:xfrm>
            <a:off x="737510" y="2638125"/>
            <a:ext cx="5145777" cy="1581751"/>
          </a:xfrm>
          <a:prstGeom prst="roundRect">
            <a:avLst>
              <a:gd name="adj" fmla="val 11384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0338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270C3-CE00-5424-6E11-0488B8C6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B9E1E1-F7C5-CB3C-02EE-6A992F344F13}"/>
              </a:ext>
            </a:extLst>
          </p:cNvPr>
          <p:cNvSpPr txBox="1"/>
          <p:nvPr/>
        </p:nvSpPr>
        <p:spPr>
          <a:xfrm>
            <a:off x="357568" y="750244"/>
            <a:ext cx="91748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200" dirty="0">
                <a:solidFill>
                  <a:schemeClr val="bg1"/>
                </a:solidFill>
              </a:rPr>
              <a:t>https://</a:t>
            </a:r>
            <a:r>
              <a:rPr lang="en-GB" sz="4200" dirty="0" err="1">
                <a:solidFill>
                  <a:schemeClr val="bg1"/>
                </a:solidFill>
              </a:rPr>
              <a:t>claude.com</a:t>
            </a:r>
            <a:r>
              <a:rPr lang="en-GB" sz="4200" dirty="0">
                <a:solidFill>
                  <a:schemeClr val="bg1"/>
                </a:solidFill>
              </a:rPr>
              <a:t>/product/</a:t>
            </a:r>
            <a:r>
              <a:rPr lang="en-GB" sz="4200" dirty="0" err="1">
                <a:solidFill>
                  <a:schemeClr val="bg1"/>
                </a:solidFill>
              </a:rPr>
              <a:t>claude</a:t>
            </a:r>
            <a:r>
              <a:rPr lang="en-GB" sz="4200" dirty="0">
                <a:solidFill>
                  <a:schemeClr val="bg1"/>
                </a:solidFill>
              </a:rPr>
              <a:t>-code</a:t>
            </a:r>
            <a:endParaRPr lang="en-DE" sz="4200" dirty="0">
              <a:solidFill>
                <a:schemeClr val="bg1"/>
              </a:solidFill>
            </a:endParaRPr>
          </a:p>
        </p:txBody>
      </p:sp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9F92E6FF-36A0-611F-2277-D5DC919FBA49}"/>
              </a:ext>
            </a:extLst>
          </p:cNvPr>
          <p:cNvSpPr/>
          <p:nvPr/>
        </p:nvSpPr>
        <p:spPr>
          <a:xfrm>
            <a:off x="444534" y="1717266"/>
            <a:ext cx="561860" cy="692498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37815-765D-C126-24B2-F1A7CABB3B9E}"/>
              </a:ext>
            </a:extLst>
          </p:cNvPr>
          <p:cNvSpPr txBox="1"/>
          <p:nvPr/>
        </p:nvSpPr>
        <p:spPr>
          <a:xfrm>
            <a:off x="357568" y="175636"/>
            <a:ext cx="7563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200" i="1" spc="-15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Anthrophic Claude Code (CLI)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5AC053-CABF-89CD-3EA8-740D861BC9D3}"/>
              </a:ext>
            </a:extLst>
          </p:cNvPr>
          <p:cNvSpPr/>
          <p:nvPr/>
        </p:nvSpPr>
        <p:spPr>
          <a:xfrm>
            <a:off x="208699" y="257664"/>
            <a:ext cx="9323688" cy="1313271"/>
          </a:xfrm>
          <a:prstGeom prst="roundRect">
            <a:avLst>
              <a:gd name="adj" fmla="val 11384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A81EC9-C968-771A-4761-EE078C8FF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264" y="1805401"/>
            <a:ext cx="8797813" cy="5140734"/>
          </a:xfrm>
          <a:prstGeom prst="rect">
            <a:avLst/>
          </a:prstGeom>
        </p:spPr>
      </p:pic>
      <p:pic>
        <p:nvPicPr>
          <p:cNvPr id="9" name="Picture 8" descr="Grilling a query with /ase-code-edit --grill">
            <a:extLst>
              <a:ext uri="{FF2B5EF4-FFF2-40B4-BE49-F238E27FC236}">
                <a16:creationId xmlns:a16="http://schemas.microsoft.com/office/drawing/2014/main" id="{2454B9B1-C111-F6F9-1CFA-DFC5DD7F2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09764"/>
            <a:ext cx="5152222" cy="4152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1341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3B2B9-1498-B167-47C4-DF128FAB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3ADBCC-6661-5204-4AB1-E5FAA3889241}"/>
              </a:ext>
            </a:extLst>
          </p:cNvPr>
          <p:cNvSpPr txBox="1"/>
          <p:nvPr/>
        </p:nvSpPr>
        <p:spPr>
          <a:xfrm>
            <a:off x="357568" y="750244"/>
            <a:ext cx="379770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4200" dirty="0">
                <a:solidFill>
                  <a:schemeClr val="bg1"/>
                </a:solidFill>
              </a:rPr>
              <a:t>https://ase.tools</a:t>
            </a:r>
          </a:p>
        </p:txBody>
      </p:sp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E9E42FD5-5B8B-FD49-A716-F6F8CE2B11AF}"/>
              </a:ext>
            </a:extLst>
          </p:cNvPr>
          <p:cNvSpPr/>
          <p:nvPr/>
        </p:nvSpPr>
        <p:spPr>
          <a:xfrm>
            <a:off x="444534" y="1717266"/>
            <a:ext cx="561860" cy="692498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0DE6-84EC-669F-62E3-75888338622F}"/>
              </a:ext>
            </a:extLst>
          </p:cNvPr>
          <p:cNvSpPr txBox="1"/>
          <p:nvPr/>
        </p:nvSpPr>
        <p:spPr>
          <a:xfrm>
            <a:off x="357568" y="175636"/>
            <a:ext cx="7563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200" i="1" spc="-15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Agentic Software Engineering (ASE)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12B704C-4B55-A5A8-F63A-05F6F77C8FED}"/>
              </a:ext>
            </a:extLst>
          </p:cNvPr>
          <p:cNvSpPr/>
          <p:nvPr/>
        </p:nvSpPr>
        <p:spPr>
          <a:xfrm>
            <a:off x="219716" y="175637"/>
            <a:ext cx="7425989" cy="1313271"/>
          </a:xfrm>
          <a:prstGeom prst="roundRect">
            <a:avLst>
              <a:gd name="adj" fmla="val 11384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EC9E65-F36B-FD50-410A-FA656CD5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52" y="1595472"/>
            <a:ext cx="8358133" cy="5262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Graphic 4" descr="ASE task state lifecycle models">
            <a:extLst>
              <a:ext uri="{FF2B5EF4-FFF2-40B4-BE49-F238E27FC236}">
                <a16:creationId xmlns:a16="http://schemas.microsoft.com/office/drawing/2014/main" id="{62E89ADE-68AB-6D35-D565-62D504B76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4862" y="3168594"/>
            <a:ext cx="4456761" cy="315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25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DEA59-EC6F-F03E-DAEF-D2C80733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6EF6A7-78B3-98D9-7600-C71D89E0CDF8}"/>
              </a:ext>
            </a:extLst>
          </p:cNvPr>
          <p:cNvSpPr txBox="1"/>
          <p:nvPr/>
        </p:nvSpPr>
        <p:spPr>
          <a:xfrm>
            <a:off x="357568" y="750244"/>
            <a:ext cx="52703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4200" dirty="0">
                <a:solidFill>
                  <a:schemeClr val="bg1"/>
                </a:solidFill>
              </a:rPr>
              <a:t>https://specbook.tools</a:t>
            </a:r>
          </a:p>
        </p:txBody>
      </p:sp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8FE08C1E-1877-DE08-431E-3B7516CDAE47}"/>
              </a:ext>
            </a:extLst>
          </p:cNvPr>
          <p:cNvSpPr/>
          <p:nvPr/>
        </p:nvSpPr>
        <p:spPr>
          <a:xfrm>
            <a:off x="444534" y="1717266"/>
            <a:ext cx="561860" cy="692498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7BB26-9D74-E3CC-3FF2-5FDB03B6A859}"/>
              </a:ext>
            </a:extLst>
          </p:cNvPr>
          <p:cNvSpPr txBox="1"/>
          <p:nvPr/>
        </p:nvSpPr>
        <p:spPr>
          <a:xfrm>
            <a:off x="357568" y="175636"/>
            <a:ext cx="70016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200" i="1" spc="-15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Specification Book (SpecBook)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003383A-54FB-6C24-7EE0-CA165461AF94}"/>
              </a:ext>
            </a:extLst>
          </p:cNvPr>
          <p:cNvSpPr/>
          <p:nvPr/>
        </p:nvSpPr>
        <p:spPr>
          <a:xfrm>
            <a:off x="219717" y="175636"/>
            <a:ext cx="6401420" cy="1313271"/>
          </a:xfrm>
          <a:prstGeom prst="roundRect">
            <a:avLst>
              <a:gd name="adj" fmla="val 11384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7C874D-2CDE-3EF1-99E1-BAF103D61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822" y="1717266"/>
            <a:ext cx="6811507" cy="51486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D305BD-50AE-F656-07A5-D4F3BE5AB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526" y="2291639"/>
            <a:ext cx="4639940" cy="3525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6697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ecfacbe-31ad-493b-8038-696ca31d2afe}" enabled="1" method="Privileged" siteId="{763b2760-45c5-46d3-883e-29705bba49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72</Words>
  <Application>Microsoft Macintosh PowerPoint</Application>
  <PresentationFormat>Widescreen</PresentationFormat>
  <Paragraphs>13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Ralf S. Engelschall</dc:creator>
  <cp:lastModifiedBy>Ralf Engelschall</cp:lastModifiedBy>
  <cp:revision>16</cp:revision>
  <dcterms:created xsi:type="dcterms:W3CDTF">2022-10-26T17:51:54Z</dcterms:created>
  <dcterms:modified xsi:type="dcterms:W3CDTF">2026-10-22T11:19:39Z</dcterms:modified>
</cp:coreProperties>
</file>